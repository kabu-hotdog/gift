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image" Target="../media/image-1-3.jpeg"/><Relationship Id="rId4" Type="http://schemas.openxmlformats.org/officeDocument/2006/relationships/image" Target="../media/image-1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0" cy="10689336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65760"/>
            <a:ext cx="1554480" cy="1554480"/>
          </a:xfrm>
          <a:prstGeom prst="ellipse">
            <a:avLst/>
          </a:prstGeom>
          <a:solidFill>
            <a:srgbClr val="CC2222"/>
          </a:solidFill>
          <a:ln w="12700">
            <a:solidFill>
              <a:srgbClr val="CC22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6576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ぜ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777240" y="21488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北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海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30632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道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77240" y="35661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冷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77240" y="40233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や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77240" y="44805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し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77240" y="49377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ぜ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77240" y="53949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ん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77240" y="58521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ざ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77240" y="63093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い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274320" y="6949440"/>
            <a:ext cx="2011680" cy="45720"/>
          </a:xfrm>
          <a:prstGeom prst="rect">
            <a:avLst/>
          </a:prstGeom>
          <a:solidFill>
            <a:srgbClr val="CC2222"/>
          </a:solidFill>
          <a:ln w="12700">
            <a:solidFill>
              <a:srgbClr val="CC22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" y="70866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AAAAA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90g  冷凍60日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AAAAA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プレーン・いちご・りんご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82880" y="99669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NANAIRO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KITCHEN</a:t>
            </a:r>
            <a:endParaRPr lang="en-US" sz="9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697480" y="274320"/>
            <a:ext cx="4754880" cy="3172968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2743200" y="3566160"/>
            <a:ext cx="4663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A1A1A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北の大地が</a:t>
            </a:r>
            <a:endParaRPr lang="en-US" sz="2900" dirty="0"/>
          </a:p>
          <a:p>
            <a:pPr algn="l" indent="0" marL="0">
              <a:buNone/>
            </a:pPr>
            <a:r>
              <a:rPr lang="en-US" sz="2900" b="1" dirty="0">
                <a:solidFill>
                  <a:srgbClr val="1A1A1A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生んだ美味しさ。</a:t>
            </a:r>
            <a:endParaRPr lang="en-US" sz="2900" dirty="0"/>
          </a:p>
        </p:txBody>
      </p:sp>
      <p:sp>
        <p:nvSpPr>
          <p:cNvPr id="20" name="Shape 17"/>
          <p:cNvSpPr/>
          <p:nvPr/>
        </p:nvSpPr>
        <p:spPr>
          <a:xfrm>
            <a:off x="2743200" y="4864608"/>
            <a:ext cx="3657600" cy="54864"/>
          </a:xfrm>
          <a:prstGeom prst="rect">
            <a:avLst/>
          </a:prstGeom>
          <a:solidFill>
            <a:srgbClr val="CC2222"/>
          </a:solidFill>
          <a:ln w="12700">
            <a:solidFill>
              <a:srgbClr val="CC222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743200" y="501091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伝統のぜんざいが、新しいスタイルで生まれ変わった。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2743200" y="548640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北海道産小豆と生乳が生み出す深みのある甘さ。和の素材とモダンなフレーバーが融合した冷やしぜんざいは、新しい和スイーツの提案。伝統と革新を一口に。</a:t>
            </a:r>
            <a:endParaRPr lang="en-US" sz="95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743200" y="6400800"/>
            <a:ext cx="1371600" cy="2130552"/>
          </a:xfrm>
          <a:prstGeom prst="rect">
            <a:avLst/>
          </a:prstGeom>
        </p:spPr>
      </p:pic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297680" y="6126480"/>
            <a:ext cx="1371600" cy="2130552"/>
          </a:xfrm>
          <a:prstGeom prst="rect">
            <a:avLst/>
          </a:prstGeom>
        </p:spPr>
      </p:pic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852160" y="6400800"/>
            <a:ext cx="1371600" cy="213055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2743200" y="85770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プレーン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4297680" y="85770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いちご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5852160" y="85770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りんご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2743200" y="8915400"/>
            <a:ext cx="4663440" cy="73152"/>
          </a:xfrm>
          <a:prstGeom prst="rect">
            <a:avLst/>
          </a:prstGeom>
          <a:solidFill>
            <a:srgbClr val="CC2222"/>
          </a:solidFill>
          <a:ln w="12700">
            <a:solidFill>
              <a:srgbClr val="CC2222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2743200" y="90525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CC2222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ひと口食べれば、北の大地の風が吹く。</a:t>
            </a:r>
            <a:endParaRPr lang="en-US" sz="1200" dirty="0"/>
          </a:p>
        </p:txBody>
      </p:sp>
      <p:sp>
        <p:nvSpPr>
          <p:cNvPr id="31" name="Shape 25"/>
          <p:cNvSpPr/>
          <p:nvPr/>
        </p:nvSpPr>
        <p:spPr>
          <a:xfrm>
            <a:off x="2788920" y="9509760"/>
            <a:ext cx="164592" cy="164592"/>
          </a:xfrm>
          <a:prstGeom prst="ellipse">
            <a:avLst/>
          </a:prstGeom>
          <a:solidFill>
            <a:srgbClr val="CC2222"/>
          </a:solidFill>
          <a:ln w="12700">
            <a:solidFill>
              <a:srgbClr val="CC2222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2999232" y="949147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北海道産小豆・生乳使用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2788920" y="9811512"/>
            <a:ext cx="164592" cy="164592"/>
          </a:xfrm>
          <a:prstGeom prst="ellipse">
            <a:avLst/>
          </a:prstGeom>
          <a:solidFill>
            <a:srgbClr val="CC2222"/>
          </a:solidFill>
          <a:ln w="12700">
            <a:solidFill>
              <a:srgbClr val="CC2222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2999232" y="9793224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3フレーバー展開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2788920" y="10113264"/>
            <a:ext cx="164592" cy="164592"/>
          </a:xfrm>
          <a:prstGeom prst="ellipse">
            <a:avLst/>
          </a:prstGeom>
          <a:solidFill>
            <a:srgbClr val="CC2222"/>
          </a:solidFill>
          <a:ln w="12700">
            <a:solidFill>
              <a:srgbClr val="CC2222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2999232" y="1009497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40入 内容量90g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2026-04-30T05:11:37Z</dcterms:created>
  <dcterms:modified xsi:type="dcterms:W3CDTF">2026-04-30T05:11:37Z</dcterms:modified>
</cp:coreProperties>
</file>