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7232904" cy="10360152"/>
          </a:xfrm>
          <a:prstGeom prst="rect">
            <a:avLst/>
          </a:prstGeom>
          <a:ln w="12700">
            <a:solidFill>
              <a:srgbClr val="D9A4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960120" cy="960120"/>
          </a:xfrm>
          <a:prstGeom prst="ellipse">
            <a:avLst/>
          </a:prstGeom>
          <a:ln w="31750">
            <a:solidFill>
              <a:srgbClr val="B84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-480000">
            <a:off x="365760" y="411480"/>
            <a:ext cx="960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8402E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調合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8402E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分析済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9A44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SPICE LAB — 調合レポート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63040" y="658368"/>
            <a:ext cx="5577840" cy="6858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4EBD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スープカレーキッチン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3369564" cy="2788920"/>
          </a:xfrm>
          <a:prstGeom prst="rect">
            <a:avLst/>
          </a:prstGeom>
          <a:solidFill>
            <a:srgbClr val="3E3327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91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9A44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No.01</a:t>
            </a:r>
            <a:endParaRPr lang="en-US" sz="1000" dirty="0"/>
          </a:p>
        </p:txBody>
      </p:sp>
      <p:pic>
        <p:nvPicPr>
          <p:cNvPr id="9" name="Image 0" descr="C:\Users\kabu6\Documents\gift\products\なないろキッチン\アセット 1ココナッ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542" y="1920240"/>
            <a:ext cx="1087120" cy="1371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3337560"/>
            <a:ext cx="3095244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EBD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ココナッツ味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38912" y="3685032"/>
            <a:ext cx="30403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20" dirty="0">
                <a:solidFill>
                  <a:srgbClr val="CFC3AC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風味豊かなココナッツとスパイスのコクに、野菜の旨味を合わせたまろやかで濃厚な一杯。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274320" y="44988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AC9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スパイス感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1463040" y="4526280"/>
            <a:ext cx="2180844" cy="109728"/>
          </a:xfrm>
          <a:prstGeom prst="rect">
            <a:avLst/>
          </a:prstGeom>
          <a:solidFill>
            <a:srgbClr val="3E3327"/>
          </a:solidFill>
          <a:ln w="6350">
            <a:solidFill>
              <a:srgbClr val="B8AC9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63040" y="4526280"/>
            <a:ext cx="1199464" cy="10972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" y="47183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AC9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コク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1463040" y="4745736"/>
            <a:ext cx="2180844" cy="109728"/>
          </a:xfrm>
          <a:prstGeom prst="rect">
            <a:avLst/>
          </a:prstGeom>
          <a:solidFill>
            <a:srgbClr val="3E3327"/>
          </a:solidFill>
          <a:ln w="6350">
            <a:solidFill>
              <a:srgbClr val="B8AC9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63040" y="4745736"/>
            <a:ext cx="1635633" cy="109728"/>
          </a:xfrm>
          <a:prstGeom prst="rect">
            <a:avLst/>
          </a:prstGeom>
          <a:solidFill>
            <a:srgbClr val="B8402E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" y="49377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AC9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まろやかさ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1463040" y="4965192"/>
            <a:ext cx="2180844" cy="109728"/>
          </a:xfrm>
          <a:prstGeom prst="rect">
            <a:avLst/>
          </a:prstGeom>
          <a:solidFill>
            <a:srgbClr val="3E3327"/>
          </a:solidFill>
          <a:ln w="6350">
            <a:solidFill>
              <a:srgbClr val="B8AC9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463040" y="4965192"/>
            <a:ext cx="1853717" cy="109728"/>
          </a:xfrm>
          <a:prstGeom prst="rect">
            <a:avLst/>
          </a:prstGeom>
          <a:solidFill>
            <a:srgbClr val="7A8C5A"/>
          </a:solidFill>
          <a:ln/>
        </p:spPr>
      </p:sp>
      <p:sp>
        <p:nvSpPr>
          <p:cNvPr id="21" name="Shape 18"/>
          <p:cNvSpPr/>
          <p:nvPr/>
        </p:nvSpPr>
        <p:spPr>
          <a:xfrm>
            <a:off x="3918204" y="1600200"/>
            <a:ext cx="3369564" cy="2788920"/>
          </a:xfrm>
          <a:prstGeom prst="rect">
            <a:avLst/>
          </a:prstGeom>
          <a:solidFill>
            <a:srgbClr val="3E3327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55364" y="1691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9A44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No.02</a:t>
            </a:r>
            <a:endParaRPr lang="en-US" sz="1000" dirty="0"/>
          </a:p>
        </p:txBody>
      </p:sp>
      <p:pic>
        <p:nvPicPr>
          <p:cNvPr id="23" name="Image 1" descr="C:\Users\kabu6\Documents\gift\products\なないろキッチン\アセット 1和風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588" y="1920240"/>
            <a:ext cx="1118795" cy="13716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055364" y="3337560"/>
            <a:ext cx="3095244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EBD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和風だし味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082796" y="3685032"/>
            <a:ext cx="30403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20" dirty="0">
                <a:solidFill>
                  <a:srgbClr val="CFC3AC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かつお節エキスの旨味を効かせ、チキン・ポークエキスでガラ感を付与。トマトと玉ねぎの甘みにスパイスを合わせて。</a:t>
            </a:r>
            <a:endParaRPr lang="en-US" sz="820" dirty="0"/>
          </a:p>
        </p:txBody>
      </p:sp>
      <p:sp>
        <p:nvSpPr>
          <p:cNvPr id="26" name="Text 22"/>
          <p:cNvSpPr/>
          <p:nvPr/>
        </p:nvSpPr>
        <p:spPr>
          <a:xfrm>
            <a:off x="3918204" y="44988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AC9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スパイス感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5106924" y="4526280"/>
            <a:ext cx="2180844" cy="109728"/>
          </a:xfrm>
          <a:prstGeom prst="rect">
            <a:avLst/>
          </a:prstGeom>
          <a:solidFill>
            <a:srgbClr val="3E3327"/>
          </a:solidFill>
          <a:ln w="6350">
            <a:solidFill>
              <a:srgbClr val="B8AC94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106924" y="4526280"/>
            <a:ext cx="1308506" cy="10972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9" name="Text 25"/>
          <p:cNvSpPr/>
          <p:nvPr/>
        </p:nvSpPr>
        <p:spPr>
          <a:xfrm>
            <a:off x="3918204" y="47183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AC9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旨味（だし）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5106924" y="4745736"/>
            <a:ext cx="2180844" cy="109728"/>
          </a:xfrm>
          <a:prstGeom prst="rect">
            <a:avLst/>
          </a:prstGeom>
          <a:solidFill>
            <a:srgbClr val="3E3327"/>
          </a:solidFill>
          <a:ln w="6350">
            <a:solidFill>
              <a:srgbClr val="B8AC94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106924" y="4745736"/>
            <a:ext cx="1962760" cy="109728"/>
          </a:xfrm>
          <a:prstGeom prst="rect">
            <a:avLst/>
          </a:prstGeom>
          <a:solidFill>
            <a:srgbClr val="B8402E"/>
          </a:solidFill>
          <a:ln/>
        </p:spPr>
      </p:sp>
      <p:sp>
        <p:nvSpPr>
          <p:cNvPr id="32" name="Text 28"/>
          <p:cNvSpPr/>
          <p:nvPr/>
        </p:nvSpPr>
        <p:spPr>
          <a:xfrm>
            <a:off x="3918204" y="49377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AC9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まろやかさ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5106924" y="4965192"/>
            <a:ext cx="2180844" cy="109728"/>
          </a:xfrm>
          <a:prstGeom prst="rect">
            <a:avLst/>
          </a:prstGeom>
          <a:solidFill>
            <a:srgbClr val="3E3327"/>
          </a:solidFill>
          <a:ln w="6350">
            <a:solidFill>
              <a:srgbClr val="B8AC94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106924" y="4965192"/>
            <a:ext cx="1199464" cy="109728"/>
          </a:xfrm>
          <a:prstGeom prst="rect">
            <a:avLst/>
          </a:prstGeom>
          <a:solidFill>
            <a:srgbClr val="7A8C5A"/>
          </a:solidFill>
          <a:ln/>
        </p:spPr>
      </p:sp>
      <p:sp>
        <p:nvSpPr>
          <p:cNvPr id="35" name="Shape 31"/>
          <p:cNvSpPr/>
          <p:nvPr/>
        </p:nvSpPr>
        <p:spPr>
          <a:xfrm>
            <a:off x="274320" y="5330952"/>
            <a:ext cx="1828800" cy="274320"/>
          </a:xfrm>
          <a:prstGeom prst="rect">
            <a:avLst/>
          </a:prstGeom>
          <a:solidFill>
            <a:srgbClr val="B8402E"/>
          </a:solidFill>
          <a:ln/>
        </p:spPr>
      </p:sp>
      <p:sp>
        <p:nvSpPr>
          <p:cNvPr id="36" name="Text 32"/>
          <p:cNvSpPr/>
          <p:nvPr/>
        </p:nvSpPr>
        <p:spPr>
          <a:xfrm>
            <a:off x="274320" y="5330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EBD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実食データ</a:t>
            </a:r>
            <a:endParaRPr lang="en-US" sz="1200" dirty="0"/>
          </a:p>
        </p:txBody>
      </p:sp>
      <p:pic>
        <p:nvPicPr>
          <p:cNvPr id="37" name="Image 2" descr="C:\Users\kabu6\Documents\gift\products\なないろキッチン\screenshot.876.jpg">    </p:cNvPr>
          <p:cNvPicPr>
            <a:picLocks noChangeAspect="1"/>
          </p:cNvPicPr>
          <p:nvPr/>
        </p:nvPicPr>
        <p:blipFill>
          <a:blip r:embed="rId3"/>
          <a:srcRect l="0" r="0" t="4951" b="4951"/>
          <a:stretch/>
        </p:blipFill>
        <p:spPr>
          <a:xfrm>
            <a:off x="274320" y="5623560"/>
            <a:ext cx="7013448" cy="4160520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274320" y="5623560"/>
            <a:ext cx="7013448" cy="4160520"/>
          </a:xfrm>
          <a:prstGeom prst="rect">
            <a:avLst/>
          </a:prstGeom>
          <a:ln w="19050">
            <a:solidFill>
              <a:srgbClr val="D9A441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502920" y="5852160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0" name="Shape 35"/>
          <p:cNvSpPr/>
          <p:nvPr/>
        </p:nvSpPr>
        <p:spPr>
          <a:xfrm>
            <a:off x="484632" y="5925312"/>
            <a:ext cx="1234440" cy="219456"/>
          </a:xfrm>
          <a:prstGeom prst="rect">
            <a:avLst/>
          </a:prstGeom>
          <a:solidFill>
            <a:srgbClr val="2F2620">
              <a:alpha val="85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484632" y="5925312"/>
            <a:ext cx="1234440" cy="219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EBD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ターメリックライス</a:t>
            </a:r>
            <a:endParaRPr lang="en-US" sz="750" dirty="0"/>
          </a:p>
        </p:txBody>
      </p:sp>
      <p:sp>
        <p:nvSpPr>
          <p:cNvPr id="42" name="Shape 37"/>
          <p:cNvSpPr/>
          <p:nvPr/>
        </p:nvSpPr>
        <p:spPr>
          <a:xfrm>
            <a:off x="5394960" y="5943600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3" name="Shape 38"/>
          <p:cNvSpPr/>
          <p:nvPr/>
        </p:nvSpPr>
        <p:spPr>
          <a:xfrm>
            <a:off x="5376672" y="6016752"/>
            <a:ext cx="1234440" cy="219456"/>
          </a:xfrm>
          <a:prstGeom prst="rect">
            <a:avLst/>
          </a:prstGeom>
          <a:solidFill>
            <a:srgbClr val="2F2620">
              <a:alpha val="85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5376672" y="6016752"/>
            <a:ext cx="1234440" cy="219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EBD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にんにく丸ごと</a:t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5486400" y="8001000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6" name="Shape 41"/>
          <p:cNvSpPr/>
          <p:nvPr/>
        </p:nvSpPr>
        <p:spPr>
          <a:xfrm>
            <a:off x="5468112" y="8074152"/>
            <a:ext cx="1234440" cy="219456"/>
          </a:xfrm>
          <a:prstGeom prst="rect">
            <a:avLst/>
          </a:prstGeom>
          <a:solidFill>
            <a:srgbClr val="2F2620">
              <a:alpha val="85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468112" y="8074152"/>
            <a:ext cx="1234440" cy="219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EBD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厚切りベーコン</a:t>
            </a:r>
            <a:endParaRPr lang="en-US" sz="750" dirty="0"/>
          </a:p>
        </p:txBody>
      </p:sp>
      <p:sp>
        <p:nvSpPr>
          <p:cNvPr id="48" name="Shape 43"/>
          <p:cNvSpPr/>
          <p:nvPr/>
        </p:nvSpPr>
        <p:spPr>
          <a:xfrm>
            <a:off x="548640" y="9189720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9" name="Shape 44"/>
          <p:cNvSpPr/>
          <p:nvPr/>
        </p:nvSpPr>
        <p:spPr>
          <a:xfrm>
            <a:off x="530352" y="9262872"/>
            <a:ext cx="1234440" cy="219456"/>
          </a:xfrm>
          <a:prstGeom prst="rect">
            <a:avLst/>
          </a:prstGeom>
          <a:solidFill>
            <a:srgbClr val="2F2620">
              <a:alpha val="85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530352" y="9262872"/>
            <a:ext cx="1234440" cy="219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EBD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香味スパイス</a:t>
            </a:r>
            <a:endParaRPr lang="en-US" sz="750" dirty="0"/>
          </a:p>
        </p:txBody>
      </p:sp>
      <p:sp>
        <p:nvSpPr>
          <p:cNvPr id="51" name="Text 46"/>
          <p:cNvSpPr/>
          <p:nvPr/>
        </p:nvSpPr>
        <p:spPr>
          <a:xfrm>
            <a:off x="274320" y="9921240"/>
            <a:ext cx="7013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D9A44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なないろキッチン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2026-07-08T05:10:03Z</dcterms:created>
  <dcterms:modified xsi:type="dcterms:W3CDTF">2026-07-08T05:10:03Z</dcterms:modified>
</cp:coreProperties>
</file>