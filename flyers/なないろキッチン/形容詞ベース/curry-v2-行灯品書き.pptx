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371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828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286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00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657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114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572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29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5486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5943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6400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7315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7772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8229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86868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91440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96012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00584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0515600"/>
            <a:ext cx="7562088" cy="0"/>
          </a:xfrm>
          <a:prstGeom prst="line">
            <a:avLst/>
          </a:prstGeom>
          <a:noFill/>
          <a:ln w="6350">
            <a:solidFill>
              <a:srgbClr val="3A2419">
                <a:alpha val="60000"/>
              </a:srgbClr>
            </a:solidFill>
            <a:prstDash val="solid"/>
          </a:ln>
        </p:spPr>
      </p:sp>
      <p:pic>
        <p:nvPicPr>
          <p:cNvPr id="26" name="Image 0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1"/>
          <a:srcRect l="1383" r="1383" t="0" b="0"/>
          <a:stretch/>
        </p:blipFill>
        <p:spPr>
          <a:xfrm>
            <a:off x="0" y="0"/>
            <a:ext cx="7562088" cy="512064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0" y="3931920"/>
            <a:ext cx="7562088" cy="1188720"/>
          </a:xfrm>
          <a:prstGeom prst="rect">
            <a:avLst/>
          </a:prstGeom>
          <a:solidFill>
            <a:srgbClr val="4A2F22">
              <a:alpha val="8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-189052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29" name="Shape 26"/>
          <p:cNvSpPr/>
          <p:nvPr/>
        </p:nvSpPr>
        <p:spPr>
          <a:xfrm>
            <a:off x="567157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0" name="Shape 27"/>
          <p:cNvSpPr/>
          <p:nvPr/>
        </p:nvSpPr>
        <p:spPr>
          <a:xfrm>
            <a:off x="1323365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1" name="Shape 28"/>
          <p:cNvSpPr/>
          <p:nvPr/>
        </p:nvSpPr>
        <p:spPr>
          <a:xfrm>
            <a:off x="2079574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2" name="Shape 29"/>
          <p:cNvSpPr/>
          <p:nvPr/>
        </p:nvSpPr>
        <p:spPr>
          <a:xfrm>
            <a:off x="2835783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3" name="Shape 30"/>
          <p:cNvSpPr/>
          <p:nvPr/>
        </p:nvSpPr>
        <p:spPr>
          <a:xfrm>
            <a:off x="3591992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4" name="Shape 31"/>
          <p:cNvSpPr/>
          <p:nvPr/>
        </p:nvSpPr>
        <p:spPr>
          <a:xfrm>
            <a:off x="4348201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5" name="Shape 32"/>
          <p:cNvSpPr/>
          <p:nvPr/>
        </p:nvSpPr>
        <p:spPr>
          <a:xfrm>
            <a:off x="5104409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6" name="Shape 33"/>
          <p:cNvSpPr/>
          <p:nvPr/>
        </p:nvSpPr>
        <p:spPr>
          <a:xfrm>
            <a:off x="5860618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7" name="Shape 34"/>
          <p:cNvSpPr/>
          <p:nvPr/>
        </p:nvSpPr>
        <p:spPr>
          <a:xfrm>
            <a:off x="6616827" y="4742536"/>
            <a:ext cx="1134313" cy="1134313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4A2F22"/>
          </a:solidFill>
          <a:ln/>
        </p:spPr>
      </p:sp>
      <p:sp>
        <p:nvSpPr>
          <p:cNvPr id="38" name="Shape 35"/>
          <p:cNvSpPr/>
          <p:nvPr/>
        </p:nvSpPr>
        <p:spPr>
          <a:xfrm>
            <a:off x="1312164" y="4983480"/>
            <a:ext cx="4937760" cy="1051560"/>
          </a:xfrm>
          <a:prstGeom prst="roundRect">
            <a:avLst>
              <a:gd name="adj" fmla="val 5217"/>
            </a:avLst>
          </a:prstGeom>
          <a:solidFill>
            <a:srgbClr val="F6EAD3"/>
          </a:solidFill>
          <a:ln w="31750">
            <a:solidFill>
              <a:srgbClr val="C8983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12164" y="5038344"/>
            <a:ext cx="4937760" cy="94183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A1D14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スープカレーキッチン</a:t>
            </a:r>
            <a:endParaRPr lang="en-US" sz="3400" dirty="0"/>
          </a:p>
        </p:txBody>
      </p:sp>
      <p:sp>
        <p:nvSpPr>
          <p:cNvPr id="40" name="Text 37"/>
          <p:cNvSpPr/>
          <p:nvPr/>
        </p:nvSpPr>
        <p:spPr>
          <a:xfrm>
            <a:off x="365760" y="6263640"/>
            <a:ext cx="6830568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野菜の旨味、スパイスの香り。今日はどっちで、あたためる？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365760" y="6858000"/>
            <a:ext cx="3255264" cy="3017520"/>
          </a:xfrm>
          <a:prstGeom prst="rect">
            <a:avLst/>
          </a:prstGeom>
          <a:solidFill>
            <a:srgbClr val="F6EAD3"/>
          </a:solidFill>
          <a:ln w="19050">
            <a:solidFill>
              <a:srgbClr val="C8983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65760" y="6858000"/>
            <a:ext cx="109728" cy="301752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43" name="Shape 40"/>
          <p:cNvSpPr/>
          <p:nvPr/>
        </p:nvSpPr>
        <p:spPr>
          <a:xfrm>
            <a:off x="1993392" y="6675120"/>
            <a:ext cx="0" cy="182880"/>
          </a:xfrm>
          <a:prstGeom prst="line">
            <a:avLst/>
          </a:prstGeom>
          <a:noFill/>
          <a:ln w="19050">
            <a:solidFill>
              <a:srgbClr val="C8983E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938528" y="6620256"/>
            <a:ext cx="109728" cy="109728"/>
          </a:xfrm>
          <a:prstGeom prst="ellipse">
            <a:avLst/>
          </a:prstGeom>
          <a:solidFill>
            <a:srgbClr val="C8983E"/>
          </a:solidFill>
          <a:ln/>
        </p:spPr>
      </p:sp>
      <p:pic>
        <p:nvPicPr>
          <p:cNvPr id="45" name="Image 1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049" y="7086600"/>
            <a:ext cx="898686" cy="1133856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2935224" y="7040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A8362A"/>
          </a:solidFill>
          <a:ln/>
        </p:spPr>
      </p:sp>
      <p:sp>
        <p:nvSpPr>
          <p:cNvPr id="47" name="Text 43"/>
          <p:cNvSpPr/>
          <p:nvPr/>
        </p:nvSpPr>
        <p:spPr>
          <a:xfrm>
            <a:off x="2935224" y="7040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502920" y="8321040"/>
            <a:ext cx="29809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D14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800" dirty="0"/>
          </a:p>
        </p:txBody>
      </p:sp>
      <p:sp>
        <p:nvSpPr>
          <p:cNvPr id="49" name="Shape 45"/>
          <p:cNvSpPr/>
          <p:nvPr/>
        </p:nvSpPr>
        <p:spPr>
          <a:xfrm>
            <a:off x="640080" y="8732520"/>
            <a:ext cx="2706624" cy="0"/>
          </a:xfrm>
          <a:prstGeom prst="line">
            <a:avLst/>
          </a:prstGeom>
          <a:noFill/>
          <a:ln w="12700">
            <a:solidFill>
              <a:srgbClr val="C8983E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6928" y="8823960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463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風味豊かなココナッツとスパイスのコクに、野菜の旨味を合わせたまろやかで濃厚な一杯。</a:t>
            </a:r>
            <a:endParaRPr lang="en-US" sz="950" dirty="0"/>
          </a:p>
        </p:txBody>
      </p:sp>
      <p:sp>
        <p:nvSpPr>
          <p:cNvPr id="51" name="Shape 47"/>
          <p:cNvSpPr/>
          <p:nvPr/>
        </p:nvSpPr>
        <p:spPr>
          <a:xfrm>
            <a:off x="3941064" y="6858000"/>
            <a:ext cx="3255264" cy="3017520"/>
          </a:xfrm>
          <a:prstGeom prst="rect">
            <a:avLst/>
          </a:prstGeom>
          <a:solidFill>
            <a:srgbClr val="F6EAD3"/>
          </a:solidFill>
          <a:ln w="19050">
            <a:solidFill>
              <a:srgbClr val="C8983E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3941064" y="6858000"/>
            <a:ext cx="109728" cy="3017520"/>
          </a:xfrm>
          <a:prstGeom prst="rect">
            <a:avLst/>
          </a:prstGeom>
          <a:solidFill>
            <a:srgbClr val="A8362A"/>
          </a:solidFill>
          <a:ln/>
        </p:spPr>
      </p:sp>
      <p:sp>
        <p:nvSpPr>
          <p:cNvPr id="53" name="Shape 49"/>
          <p:cNvSpPr/>
          <p:nvPr/>
        </p:nvSpPr>
        <p:spPr>
          <a:xfrm>
            <a:off x="5568696" y="6675120"/>
            <a:ext cx="0" cy="182880"/>
          </a:xfrm>
          <a:prstGeom prst="line">
            <a:avLst/>
          </a:prstGeom>
          <a:noFill/>
          <a:ln w="19050">
            <a:solidFill>
              <a:srgbClr val="C8983E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5513832" y="6620256"/>
            <a:ext cx="109728" cy="109728"/>
          </a:xfrm>
          <a:prstGeom prst="ellipse">
            <a:avLst/>
          </a:prstGeom>
          <a:solidFill>
            <a:srgbClr val="C8983E"/>
          </a:solidFill>
          <a:ln/>
        </p:spPr>
      </p:sp>
      <p:pic>
        <p:nvPicPr>
          <p:cNvPr id="55" name="Image 2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261" y="7086600"/>
            <a:ext cx="924871" cy="1133856"/>
          </a:xfrm>
          <a:prstGeom prst="rect">
            <a:avLst/>
          </a:prstGeom>
        </p:spPr>
      </p:pic>
      <p:sp>
        <p:nvSpPr>
          <p:cNvPr id="56" name="Shape 51"/>
          <p:cNvSpPr/>
          <p:nvPr/>
        </p:nvSpPr>
        <p:spPr>
          <a:xfrm>
            <a:off x="6510528" y="7040880"/>
            <a:ext cx="548640" cy="310896"/>
          </a:xfrm>
          <a:prstGeom prst="roundRect">
            <a:avLst>
              <a:gd name="adj" fmla="val 14706"/>
            </a:avLst>
          </a:prstGeom>
          <a:solidFill>
            <a:srgbClr val="A8362A"/>
          </a:solidFill>
          <a:ln/>
        </p:spPr>
      </p:sp>
      <p:sp>
        <p:nvSpPr>
          <p:cNvPr id="57" name="Text 52"/>
          <p:cNvSpPr/>
          <p:nvPr/>
        </p:nvSpPr>
        <p:spPr>
          <a:xfrm>
            <a:off x="6510528" y="7040880"/>
            <a:ext cx="548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6EAD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中辛</a:t>
            </a:r>
            <a:endParaRPr lang="en-US" sz="1000" dirty="0"/>
          </a:p>
        </p:txBody>
      </p:sp>
      <p:sp>
        <p:nvSpPr>
          <p:cNvPr id="58" name="Text 53"/>
          <p:cNvSpPr/>
          <p:nvPr/>
        </p:nvSpPr>
        <p:spPr>
          <a:xfrm>
            <a:off x="4078224" y="8321040"/>
            <a:ext cx="298094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A1D14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800" dirty="0"/>
          </a:p>
        </p:txBody>
      </p:sp>
      <p:sp>
        <p:nvSpPr>
          <p:cNvPr id="59" name="Shape 54"/>
          <p:cNvSpPr/>
          <p:nvPr/>
        </p:nvSpPr>
        <p:spPr>
          <a:xfrm>
            <a:off x="4215384" y="8732520"/>
            <a:ext cx="2706624" cy="0"/>
          </a:xfrm>
          <a:prstGeom prst="line">
            <a:avLst/>
          </a:prstGeom>
          <a:noFill/>
          <a:ln w="12700">
            <a:solidFill>
              <a:srgbClr val="C8983E"/>
            </a:solidFill>
            <a:prstDash val="solid"/>
          </a:ln>
        </p:spPr>
      </p:sp>
      <p:sp>
        <p:nvSpPr>
          <p:cNvPr id="60" name="Text 55"/>
          <p:cNvSpPr/>
          <p:nvPr/>
        </p:nvSpPr>
        <p:spPr>
          <a:xfrm>
            <a:off x="4142232" y="8823960"/>
            <a:ext cx="285292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A4636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かつお節のうまみを効かせ、トマトと玉ねぎの甘みに香り豊かなスパイスを合わせて。</a:t>
            </a:r>
            <a:endParaRPr lang="en-US" sz="950" dirty="0"/>
          </a:p>
        </p:txBody>
      </p:sp>
      <p:sp>
        <p:nvSpPr>
          <p:cNvPr id="61" name="Text 56"/>
          <p:cNvSpPr/>
          <p:nvPr/>
        </p:nvSpPr>
        <p:spPr>
          <a:xfrm>
            <a:off x="365760" y="10195560"/>
            <a:ext cx="6830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983E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なないろキッチン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2026-07-08T05:10:03Z</dcterms:created>
  <dcterms:modified xsi:type="dcterms:W3CDTF">2026-07-08T05:10:03Z</dcterms:modified>
</cp:coreProperties>
</file>