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201168"/>
            <a:ext cx="7159752" cy="10287000"/>
          </a:xfrm>
          <a:prstGeom prst="rect">
            <a:avLst/>
          </a:prstGeom>
          <a:ln w="15875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92608"/>
            <a:ext cx="6976872" cy="10104120"/>
          </a:xfrm>
          <a:prstGeom prst="rect">
            <a:avLst/>
          </a:prstGeom>
          <a:ln w="63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457200"/>
            <a:ext cx="19659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800" dirty="0">
                <a:solidFill>
                  <a:srgbClr val="C9A227"/>
                </a:solidFill>
                <a:latin typeface="HGGyoshotai" pitchFamily="34" charset="0"/>
                <a:ea typeface="HGGyoshotai" pitchFamily="34" charset="-122"/>
                <a:cs typeface="HGGyoshotai" pitchFamily="34" charset="-120"/>
              </a:rPr>
              <a:t>匠</a:t>
            </a:r>
            <a:endParaRPr lang="en-US" sz="16800" dirty="0"/>
          </a:p>
        </p:txBody>
      </p:sp>
      <p:sp>
        <p:nvSpPr>
          <p:cNvPr id="5" name="Text 3"/>
          <p:cNvSpPr/>
          <p:nvPr/>
        </p:nvSpPr>
        <p:spPr>
          <a:xfrm>
            <a:off x="2514600" y="621792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spc="300" kern="0" dirty="0">
                <a:solidFill>
                  <a:srgbClr val="C9A227"/>
                </a:solidFill>
                <a:latin typeface="HGSeikaishotaiPRO" pitchFamily="34" charset="0"/>
                <a:ea typeface="HGSeikaishotaiPRO" pitchFamily="34" charset="-122"/>
                <a:cs typeface="HGSeikaishotaiPRO" pitchFamily="34" charset="-120"/>
              </a:rPr>
              <a:t>スパイスの匠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487168" y="987552"/>
            <a:ext cx="4434840" cy="91440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EFE0C8"/>
                </a:solidFill>
                <a:latin typeface="HGMinchoE" pitchFamily="34" charset="0"/>
                <a:ea typeface="HGMinchoE" pitchFamily="34" charset="-122"/>
                <a:cs typeface="HGMinchoE" pitchFamily="34" charset="-120"/>
              </a:rPr>
              <a:t>スープカレーキッチン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51460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50" kern="0" dirty="0">
                <a:solidFill>
                  <a:srgbClr val="C9B896"/>
                </a:solidFill>
                <a:latin typeface="BIZ UDPMincho Medium" pitchFamily="34" charset="0"/>
                <a:ea typeface="BIZ UDPMincho Medium" pitchFamily="34" charset="-122"/>
                <a:cs typeface="BIZ UDPMincho Medium" pitchFamily="34" charset="-120"/>
              </a:rPr>
              <a:t>永年培った目利きで選び抜いた、二種の調べ。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-240000">
            <a:off x="6144768" y="502920"/>
            <a:ext cx="841248" cy="841248"/>
          </a:xfrm>
          <a:prstGeom prst="rect">
            <a:avLst/>
          </a:prstGeom>
          <a:solidFill>
            <a:srgbClr val="A8362A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 rot="-240000">
            <a:off x="6144768" y="502920"/>
            <a:ext cx="84124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FE0C8"/>
                </a:solidFill>
                <a:latin typeface="HGSeikaishotaiPRO" pitchFamily="34" charset="0"/>
                <a:ea typeface="HGSeikaishotaiPRO" pitchFamily="34" charset="-122"/>
                <a:cs typeface="HGSeikaishotaiPRO" pitchFamily="34" charset="-120"/>
              </a:rPr>
              <a:t>匠</a:t>
            </a:r>
            <a:endParaRPr lang="en-US" sz="1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900" dirty="0">
                <a:solidFill>
                  <a:srgbClr val="EFE0C8"/>
                </a:solidFill>
                <a:latin typeface="HGSeikaishotaiPRO" pitchFamily="34" charset="0"/>
                <a:ea typeface="HGSeikaishotaiPRO" pitchFamily="34" charset="-122"/>
                <a:cs typeface="HGSeikaishotaiPRO" pitchFamily="34" charset="-120"/>
              </a:rPr>
              <a:t>監修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6647688" cy="0"/>
          </a:xfrm>
          <a:prstGeom prst="line">
            <a:avLst/>
          </a:prstGeom>
          <a:noFill/>
          <a:ln w="9525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51760"/>
            <a:ext cx="6647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600" kern="0" dirty="0">
                <a:solidFill>
                  <a:srgbClr val="C9A227"/>
                </a:solidFill>
                <a:latin typeface="HGSeikaishotaiPRO" pitchFamily="34" charset="0"/>
                <a:ea typeface="HGSeikaishotaiPRO" pitchFamily="34" charset="-122"/>
                <a:cs typeface="HGSeikaishotaiPRO" pitchFamily="34" charset="-120"/>
              </a:rPr>
              <a:t>二 種 の 調 べ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186684" cy="2743200"/>
          </a:xfrm>
          <a:prstGeom prst="rect">
            <a:avLst/>
          </a:prstGeom>
          <a:solidFill>
            <a:srgbClr val="3D2B1D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3145536"/>
            <a:ext cx="2930652" cy="2487168"/>
          </a:xfrm>
          <a:prstGeom prst="rect">
            <a:avLst/>
          </a:prstGeom>
          <a:ln w="3175">
            <a:solidFill>
              <a:srgbClr val="C9A227"/>
            </a:solidFill>
            <a:prstDash val="solid"/>
          </a:ln>
        </p:spPr>
      </p:sp>
      <p:pic>
        <p:nvPicPr>
          <p:cNvPr id="14" name="Image 0" descr="C:\Users\kabu6\Documents\gift\products\なないろキッチン\アセット 1ココナッツ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6982" y="3218688"/>
            <a:ext cx="1087120" cy="13716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547622" y="4681728"/>
            <a:ext cx="100584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" y="4754880"/>
            <a:ext cx="291236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0C8"/>
                </a:solidFill>
                <a:latin typeface="HGMinchoE" pitchFamily="34" charset="0"/>
                <a:ea typeface="HGMinchoE" pitchFamily="34" charset="-122"/>
                <a:cs typeface="HGMinchoE" pitchFamily="34" charset="-120"/>
              </a:rPr>
              <a:t>ココナッツ味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713232" y="5102352"/>
            <a:ext cx="26746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9CBAE"/>
                </a:solidFill>
                <a:latin typeface="BIZ UDPMincho Medium" pitchFamily="34" charset="0"/>
                <a:ea typeface="BIZ UDPMincho Medium" pitchFamily="34" charset="-122"/>
                <a:cs typeface="BIZ UDPMincho Medium" pitchFamily="34" charset="-120"/>
              </a:rPr>
              <a:t>風味豊かなココナッツとスパイスのコクに、野菜の旨味を重ねた、まろやかで濃厚な一杯。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18204" y="3017520"/>
            <a:ext cx="3186684" cy="2743200"/>
          </a:xfrm>
          <a:prstGeom prst="rect">
            <a:avLst/>
          </a:prstGeom>
          <a:solidFill>
            <a:srgbClr val="3D2B1D"/>
          </a:solidFill>
          <a:ln w="9525">
            <a:solidFill>
              <a:srgbClr val="C9A22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046220" y="3145536"/>
            <a:ext cx="2930652" cy="2487168"/>
          </a:xfrm>
          <a:prstGeom prst="rect">
            <a:avLst/>
          </a:prstGeom>
          <a:ln w="3175">
            <a:solidFill>
              <a:srgbClr val="C9A227"/>
            </a:solidFill>
            <a:prstDash val="solid"/>
          </a:ln>
        </p:spPr>
      </p:sp>
      <p:pic>
        <p:nvPicPr>
          <p:cNvPr id="20" name="Image 1" descr="C:\Users\kabu6\Documents\gift\products\なないろキッチン\アセット 1和風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148" y="3218688"/>
            <a:ext cx="1118795" cy="137160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5008626" y="4681728"/>
            <a:ext cx="1005840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055364" y="4754880"/>
            <a:ext cx="2912364" cy="32004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0C8"/>
                </a:solidFill>
                <a:latin typeface="HGMinchoE" pitchFamily="34" charset="0"/>
                <a:ea typeface="HGMinchoE" pitchFamily="34" charset="-122"/>
                <a:cs typeface="HGMinchoE" pitchFamily="34" charset="-120"/>
              </a:rPr>
              <a:t>和風だし味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4174236" y="5102352"/>
            <a:ext cx="26746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9CBAE"/>
                </a:solidFill>
                <a:latin typeface="BIZ UDPMincho Medium" pitchFamily="34" charset="0"/>
                <a:ea typeface="BIZ UDPMincho Medium" pitchFamily="34" charset="-122"/>
                <a:cs typeface="BIZ UDPMincho Medium" pitchFamily="34" charset="-120"/>
              </a:rPr>
              <a:t>かつお節エキスの旨味を効かせ、チキン・ポークのガラ感を加えた、トマトと玉ねぎの甘み薫るひと椀。</a:t>
            </a:r>
            <a:endParaRPr lang="en-US" sz="900" dirty="0"/>
          </a:p>
        </p:txBody>
      </p:sp>
      <p:pic>
        <p:nvPicPr>
          <p:cNvPr id="24" name="Image 2" descr="C:\Users\kabu6\Documents\gift\products\なないろキッチン\screenshot.876.jpg">    </p:cNvPr>
          <p:cNvPicPr>
            <a:picLocks noChangeAspect="1"/>
          </p:cNvPicPr>
          <p:nvPr/>
        </p:nvPicPr>
        <p:blipFill>
          <a:blip r:embed="rId3"/>
          <a:srcRect l="0" r="0" t="13962" b="13962"/>
          <a:stretch/>
        </p:blipFill>
        <p:spPr>
          <a:xfrm>
            <a:off x="457200" y="6080760"/>
            <a:ext cx="6647688" cy="3154680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457200" y="6080760"/>
            <a:ext cx="6647688" cy="3154680"/>
          </a:xfrm>
          <a:prstGeom prst="rect">
            <a:avLst/>
          </a:prstGeom>
          <a:ln w="15875">
            <a:solidFill>
              <a:srgbClr val="C9A227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57200" y="6080760"/>
            <a:ext cx="256032" cy="256032"/>
          </a:xfrm>
          <a:prstGeom prst="rect">
            <a:avLst/>
          </a:prstGeom>
          <a:ln w="25400">
            <a:solidFill>
              <a:srgbClr val="C9A227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48856" y="6080760"/>
            <a:ext cx="256032" cy="256032"/>
          </a:xfrm>
          <a:prstGeom prst="rect">
            <a:avLst/>
          </a:prstGeom>
          <a:ln w="25400">
            <a:solidFill>
              <a:srgbClr val="C9A227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8979408"/>
            <a:ext cx="256032" cy="256032"/>
          </a:xfrm>
          <a:prstGeom prst="rect">
            <a:avLst/>
          </a:prstGeom>
          <a:ln w="25400">
            <a:solidFill>
              <a:srgbClr val="C9A22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848856" y="8979408"/>
            <a:ext cx="256032" cy="256032"/>
          </a:xfrm>
          <a:prstGeom prst="rect">
            <a:avLst/>
          </a:prstGeom>
          <a:ln w="25400">
            <a:solidFill>
              <a:srgbClr val="C9A227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57200" y="9491472"/>
            <a:ext cx="6647688" cy="0"/>
          </a:xfrm>
          <a:prstGeom prst="line">
            <a:avLst/>
          </a:prstGeom>
          <a:noFill/>
          <a:ln w="6350">
            <a:solidFill>
              <a:srgbClr val="C9A227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57200" y="9601200"/>
            <a:ext cx="6647688" cy="310896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C9B896"/>
                </a:solidFill>
                <a:latin typeface="BIZ UDPMincho Medium" pitchFamily="34" charset="0"/>
                <a:ea typeface="BIZ UDPMincho Medium" pitchFamily="34" charset="-122"/>
                <a:cs typeface="BIZ UDPMincho Medium" pitchFamily="34" charset="-120"/>
              </a:rPr>
              <a:t>辛さ　中辛　　　　1瓶で4皿分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457200" y="9948672"/>
            <a:ext cx="6647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spc="400" kern="0" dirty="0">
                <a:solidFill>
                  <a:srgbClr val="C9A227"/>
                </a:solidFill>
                <a:latin typeface="HGSeikaishotaiPRO" pitchFamily="34" charset="0"/>
                <a:ea typeface="HGSeikaishotaiPRO" pitchFamily="34" charset="-122"/>
                <a:cs typeface="HGSeikaishotaiPRO" pitchFamily="34" charset="-120"/>
              </a:rPr>
              <a:t>な な い ろ キ ッ チ ン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2026-07-08T05:16:45Z</dcterms:created>
  <dcterms:modified xsi:type="dcterms:W3CDTF">2026-07-08T05:16:45Z</dcterms:modified>
</cp:coreProperties>
</file>