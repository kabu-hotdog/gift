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1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92608"/>
            <a:ext cx="6976872" cy="10104120"/>
          </a:xfrm>
          <a:prstGeom prst="rect">
            <a:avLst/>
          </a:prstGeom>
          <a:ln w="9525">
            <a:solidFill>
              <a:srgbClr val="C9A2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6830568" cy="9957816"/>
          </a:xfrm>
          <a:prstGeom prst="rect">
            <a:avLst/>
          </a:prstGeom>
          <a:ln w="635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8368"/>
            <a:ext cx="7562088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spc="500" kern="0" dirty="0">
                <a:solidFill>
                  <a:srgbClr val="C9A22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S O U P   C U R R 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319272" y="1024128"/>
            <a:ext cx="914400" cy="0"/>
          </a:xfrm>
          <a:prstGeom prst="line">
            <a:avLst/>
          </a:prstGeom>
          <a:noFill/>
          <a:ln w="9525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70432"/>
            <a:ext cx="6830568" cy="9144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FE6D4"/>
                </a:solidFill>
                <a:latin typeface="HGMinchoE" pitchFamily="34" charset="0"/>
                <a:ea typeface="HGMinchoE" pitchFamily="34" charset="-122"/>
                <a:cs typeface="HGMinchoE" pitchFamily="34" charset="-120"/>
              </a:rPr>
              <a:t>スープカレーキッチン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65760" y="1993392"/>
            <a:ext cx="6830568" cy="3200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BFB39C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なないろキッチン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19272" y="2395728"/>
            <a:ext cx="914400" cy="0"/>
          </a:xfrm>
          <a:prstGeom prst="line">
            <a:avLst/>
          </a:prstGeom>
          <a:noFill/>
          <a:ln w="9525">
            <a:solidFill>
              <a:srgbClr val="C9A227"/>
            </a:solidFill>
            <a:prstDash val="solid"/>
          </a:ln>
        </p:spPr>
      </p:sp>
      <p:pic>
        <p:nvPicPr>
          <p:cNvPr id="9" name="Image 0" descr="C:\Users\kabu6\Documents\gift\products\なないろキッチン\screenshot.876.jpg">    </p:cNvPr>
          <p:cNvPicPr>
            <a:picLocks noChangeAspect="1"/>
          </p:cNvPicPr>
          <p:nvPr/>
        </p:nvPicPr>
        <p:blipFill>
          <a:blip r:embed="rId1"/>
          <a:srcRect l="0" r="0" t="4811" b="4811"/>
          <a:stretch/>
        </p:blipFill>
        <p:spPr>
          <a:xfrm>
            <a:off x="822960" y="2697480"/>
            <a:ext cx="5916168" cy="35204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" y="2697480"/>
            <a:ext cx="5916168" cy="3520440"/>
          </a:xfrm>
          <a:prstGeom prst="rect">
            <a:avLst/>
          </a:prstGeom>
          <a:ln w="12700">
            <a:solidFill>
              <a:srgbClr val="C9A2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0664" y="2615184"/>
            <a:ext cx="201168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0664" y="2615184"/>
            <a:ext cx="0" cy="201168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620256" y="2615184"/>
            <a:ext cx="201168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21424" y="2615184"/>
            <a:ext cx="0" cy="201168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0664" y="6300216"/>
            <a:ext cx="201168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0664" y="6099048"/>
            <a:ext cx="0" cy="201168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20256" y="6300216"/>
            <a:ext cx="201168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821424" y="6099048"/>
            <a:ext cx="0" cy="201168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0" y="6537960"/>
            <a:ext cx="756208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C9A22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T A S T I N G   M E N U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65760" y="6903720"/>
            <a:ext cx="3186684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50" spc="300" kern="0" dirty="0">
                <a:solidFill>
                  <a:srgbClr val="C77B3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第一皿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373886" y="7214616"/>
            <a:ext cx="1170432" cy="1170432"/>
          </a:xfrm>
          <a:prstGeom prst="ellipse">
            <a:avLst/>
          </a:prstGeom>
          <a:ln w="9525">
            <a:solidFill>
              <a:srgbClr val="C9A227"/>
            </a:solidFill>
            <a:prstDash val="solid"/>
          </a:ln>
        </p:spPr>
      </p:sp>
      <p:pic>
        <p:nvPicPr>
          <p:cNvPr id="22" name="Image 1" descr="C:\Users\kabu6\Documents\gift\products\なないろキッチン\アセット 1ココナッツ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729" y="7342632"/>
            <a:ext cx="724747" cy="91440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1639062" y="8476488"/>
            <a:ext cx="640080" cy="0"/>
          </a:xfrm>
          <a:prstGeom prst="line">
            <a:avLst/>
          </a:prstGeom>
          <a:noFill/>
          <a:ln w="6350">
            <a:solidFill>
              <a:srgbClr val="C9A22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65760" y="8549640"/>
            <a:ext cx="3186684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6D4"/>
                </a:solidFill>
                <a:latin typeface="HGMinchoE" pitchFamily="34" charset="0"/>
                <a:ea typeface="HGMinchoE" pitchFamily="34" charset="-122"/>
                <a:cs typeface="HGMinchoE" pitchFamily="34" charset="-120"/>
              </a:rPr>
              <a:t>ココナッツ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411480" y="8860536"/>
            <a:ext cx="30952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30" dirty="0">
                <a:solidFill>
                  <a:srgbClr val="BFB39C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風味豊かなココナッツとスパイスのコクに、</a:t>
            </a:r>
            <a:endParaRPr lang="en-US" sz="83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30" dirty="0">
                <a:solidFill>
                  <a:srgbClr val="BFB39C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野菜の旨味を重ねたまろやかで濃厚な一杯。</a:t>
            </a:r>
            <a:endParaRPr lang="en-US" sz="830" dirty="0"/>
          </a:p>
        </p:txBody>
      </p:sp>
      <p:sp>
        <p:nvSpPr>
          <p:cNvPr id="26" name="Text 22"/>
          <p:cNvSpPr/>
          <p:nvPr/>
        </p:nvSpPr>
        <p:spPr>
          <a:xfrm>
            <a:off x="4009644" y="6903720"/>
            <a:ext cx="3186684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50" spc="300" kern="0" dirty="0">
                <a:solidFill>
                  <a:srgbClr val="C77B3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第二皿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5017770" y="7214616"/>
            <a:ext cx="1170432" cy="1170432"/>
          </a:xfrm>
          <a:prstGeom prst="ellipse">
            <a:avLst/>
          </a:prstGeom>
          <a:ln w="9525">
            <a:solidFill>
              <a:srgbClr val="C9A227"/>
            </a:solidFill>
            <a:prstDash val="solid"/>
          </a:ln>
        </p:spPr>
      </p:sp>
      <p:pic>
        <p:nvPicPr>
          <p:cNvPr id="28" name="Image 2" descr="C:\Users\kabu6\Documents\gift\products\なないろキッチン\アセット 1和風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054" y="7342632"/>
            <a:ext cx="745864" cy="914400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5282946" y="8476488"/>
            <a:ext cx="640080" cy="0"/>
          </a:xfrm>
          <a:prstGeom prst="line">
            <a:avLst/>
          </a:prstGeom>
          <a:noFill/>
          <a:ln w="6350">
            <a:solidFill>
              <a:srgbClr val="C9A227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009644" y="8549640"/>
            <a:ext cx="3186684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6D4"/>
                </a:solidFill>
                <a:latin typeface="HGMinchoE" pitchFamily="34" charset="0"/>
                <a:ea typeface="HGMinchoE" pitchFamily="34" charset="-122"/>
                <a:cs typeface="HGMinchoE" pitchFamily="34" charset="-120"/>
              </a:rPr>
              <a:t>和風だし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4055364" y="8860536"/>
            <a:ext cx="30952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30" dirty="0">
                <a:solidFill>
                  <a:srgbClr val="BFB39C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かつお節エキスの旨味にチキン・ポークの</a:t>
            </a:r>
            <a:endParaRPr lang="en-US" sz="83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30" dirty="0">
                <a:solidFill>
                  <a:srgbClr val="BFB39C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ガラ感、トマトと玉ねぎの甘みを香るスパイスで。</a:t>
            </a:r>
            <a:endParaRPr lang="en-US" sz="830" dirty="0"/>
          </a:p>
        </p:txBody>
      </p:sp>
      <p:sp>
        <p:nvSpPr>
          <p:cNvPr id="32" name="Shape 27"/>
          <p:cNvSpPr/>
          <p:nvPr/>
        </p:nvSpPr>
        <p:spPr>
          <a:xfrm>
            <a:off x="3319272" y="9555480"/>
            <a:ext cx="914400" cy="0"/>
          </a:xfrm>
          <a:prstGeom prst="line">
            <a:avLst/>
          </a:prstGeom>
          <a:noFill/>
          <a:ln w="9525">
            <a:solidFill>
              <a:srgbClr val="C9A227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365760" y="9683496"/>
            <a:ext cx="6830568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BFB39C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中辛　　1瓶で4皿分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365760" y="10113264"/>
            <a:ext cx="683056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C9A22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N A N A I R O   K I T C H E 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2026-07-08T05:19:12Z</dcterms:created>
  <dcterms:modified xsi:type="dcterms:W3CDTF">2026-07-08T05:19:12Z</dcterms:modified>
</cp:coreProperties>
</file>