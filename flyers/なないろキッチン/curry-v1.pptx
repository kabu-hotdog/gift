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7232904" cy="10360152"/>
          </a:xfrm>
          <a:prstGeom prst="rect">
            <a:avLst/>
          </a:prstGeom>
          <a:ln w="12700">
            <a:solidFill>
              <a:srgbClr val="D9A4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960120" cy="960120"/>
          </a:xfrm>
          <a:prstGeom prst="ellipse">
            <a:avLst/>
          </a:prstGeom>
          <a:ln w="31750">
            <a:solidFill>
              <a:srgbClr val="B84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-480000">
            <a:off x="365760" y="41148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調合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402E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分析済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SPICE LAB — 調合レポート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658368"/>
            <a:ext cx="557784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No.01</a:t>
            </a:r>
            <a:endParaRPr lang="en-US" sz="1000" dirty="0"/>
          </a:p>
        </p:txBody>
      </p:sp>
      <p:pic>
        <p:nvPicPr>
          <p:cNvPr id="9" name="Image 0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542" y="1920240"/>
            <a:ext cx="108712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274320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463040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63040" y="4526280"/>
            <a:ext cx="1199464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コク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463040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4745736"/>
            <a:ext cx="1635633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463040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4965192"/>
            <a:ext cx="1853717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21" name="Shape 18"/>
          <p:cNvSpPr/>
          <p:nvPr/>
        </p:nvSpPr>
        <p:spPr>
          <a:xfrm>
            <a:off x="3918204" y="1600200"/>
            <a:ext cx="3369564" cy="2788920"/>
          </a:xfrm>
          <a:prstGeom prst="rect">
            <a:avLst/>
          </a:prstGeom>
          <a:solidFill>
            <a:srgbClr val="3E332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5364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No.02</a:t>
            </a:r>
            <a:endParaRPr lang="en-US" sz="1000" dirty="0"/>
          </a:p>
        </p:txBody>
      </p:sp>
      <p:pic>
        <p:nvPicPr>
          <p:cNvPr id="23" name="Image 1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588" y="1920240"/>
            <a:ext cx="1118795" cy="1371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55364" y="3337560"/>
            <a:ext cx="309524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082796" y="3685032"/>
            <a:ext cx="30403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かつお節エキスの旨味を効かせ、チキン・ポークエキスでガラ感を付与。トマトと玉ねぎの甘みにスパイスを合わせて。</a:t>
            </a:r>
            <a:endParaRPr lang="en-US" sz="820" dirty="0"/>
          </a:p>
        </p:txBody>
      </p:sp>
      <p:sp>
        <p:nvSpPr>
          <p:cNvPr id="26" name="Text 22"/>
          <p:cNvSpPr/>
          <p:nvPr/>
        </p:nvSpPr>
        <p:spPr>
          <a:xfrm>
            <a:off x="3918204" y="4498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スパイス感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106924" y="4526280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06924" y="4526280"/>
            <a:ext cx="1308506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5"/>
          <p:cNvSpPr/>
          <p:nvPr/>
        </p:nvSpPr>
        <p:spPr>
          <a:xfrm>
            <a:off x="3918204" y="47183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旨味（だし）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106924" y="4745736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06924" y="4745736"/>
            <a:ext cx="1962760" cy="109728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2" name="Text 28"/>
          <p:cNvSpPr/>
          <p:nvPr/>
        </p:nvSpPr>
        <p:spPr>
          <a:xfrm>
            <a:off x="3918204" y="4937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まろやかさ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106924" y="4965192"/>
            <a:ext cx="2180844" cy="109728"/>
          </a:xfrm>
          <a:prstGeom prst="rect">
            <a:avLst/>
          </a:prstGeom>
          <a:solidFill>
            <a:srgbClr val="3E3327"/>
          </a:solidFill>
          <a:ln w="6350">
            <a:solidFill>
              <a:srgbClr val="B8AC9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06924" y="4965192"/>
            <a:ext cx="1199464" cy="109728"/>
          </a:xfrm>
          <a:prstGeom prst="rect">
            <a:avLst/>
          </a:prstGeom>
          <a:solidFill>
            <a:srgbClr val="7A8C5A"/>
          </a:solidFill>
          <a:ln/>
        </p:spPr>
      </p:sp>
      <p:sp>
        <p:nvSpPr>
          <p:cNvPr id="35" name="Shape 31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solidFill>
            <a:srgbClr val="B8402E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5330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BD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実食データ</a:t>
            </a:r>
            <a:endParaRPr lang="en-US" sz="1200" dirty="0"/>
          </a:p>
        </p:txBody>
      </p:sp>
      <p:pic>
        <p:nvPicPr>
          <p:cNvPr id="37" name="Image 2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3"/>
          <a:srcRect l="0" r="0" t="4951" b="4951"/>
          <a:stretch/>
        </p:blipFill>
        <p:spPr>
          <a:xfrm>
            <a:off x="274320" y="5623560"/>
            <a:ext cx="7013448" cy="41605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74320" y="5623560"/>
            <a:ext cx="7013448" cy="4160520"/>
          </a:xfrm>
          <a:prstGeom prst="rect">
            <a:avLst/>
          </a:prstGeom>
          <a:ln w="19050">
            <a:solidFill>
              <a:srgbClr val="D9A441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02920" y="585216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0" name="Shape 35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4632" y="592531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ターメリックライス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394960" y="59436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3" name="Shape 38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376672" y="60167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にんにく丸ごと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5486400" y="80010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Shape 41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468112" y="807415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厚切りベーコン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548640" y="918972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9" name="Shape 44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solidFill>
            <a:srgbClr val="2F2620">
              <a:alpha val="85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30352" y="9262872"/>
            <a:ext cx="1234440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EBD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香味スパイス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74320" y="9921240"/>
            <a:ext cx="7013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9A44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なないろキッチン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2026-07-07T13:28:04Z</dcterms:created>
  <dcterms:modified xsi:type="dcterms:W3CDTF">2026-07-07T13:28:04Z</dcterms:modified>
</cp:coreProperties>
</file>