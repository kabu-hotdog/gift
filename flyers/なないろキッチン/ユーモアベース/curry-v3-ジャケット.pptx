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6922008" cy="8595360"/>
          </a:xfrm>
          <a:prstGeom prst="rect">
            <a:avLst/>
          </a:prstGeom>
          <a:solidFill>
            <a:srgbClr val="242424"/>
          </a:solidFill>
          <a:ln w="12700">
            <a:solidFill>
              <a:srgbClr val="F1E6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6373368" cy="5486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2600" spc="100" kern="0" dirty="0">
                <a:solidFill>
                  <a:srgbClr val="F1E6D2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スープカレーキッチン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033272"/>
            <a:ext cx="6373368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by なないろキッチン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-720000">
            <a:off x="6007608" y="457200"/>
            <a:ext cx="1051560" cy="1051560"/>
          </a:xfrm>
          <a:prstGeom prst="ellipse">
            <a:avLst/>
          </a:prstGeom>
          <a:solidFill>
            <a:srgbClr val="B5502E"/>
          </a:solidFill>
          <a:ln w="19050">
            <a:solidFill>
              <a:srgbClr val="F1E6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 rot="-720000">
            <a:off x="6007608" y="685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F1E6D2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限定盤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81044" y="1463040"/>
            <a:ext cx="0" cy="4315968"/>
          </a:xfrm>
          <a:prstGeom prst="line">
            <a:avLst/>
          </a:prstGeom>
          <a:noFill/>
          <a:ln w="12700">
            <a:solidFill>
              <a:srgbClr val="F1E6D2">
                <a:alpha val="70000"/>
              </a:srgbClr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" y="1463040"/>
            <a:ext cx="3461004" cy="4315968"/>
          </a:xfrm>
          <a:prstGeom prst="rect">
            <a:avLst/>
          </a:prstGeom>
          <a:solidFill>
            <a:srgbClr val="2E6B5E">
              <a:alpha val="12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36192"/>
            <a:ext cx="3461004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2E6B5E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SIDE 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4954" y="1673352"/>
            <a:ext cx="2551176" cy="2551176"/>
          </a:xfrm>
          <a:prstGeom prst="ellipse">
            <a:avLst/>
          </a:prstGeom>
          <a:solidFill>
            <a:srgbClr val="F1E6D2"/>
          </a:solidFill>
          <a:ln w="25400">
            <a:solidFill>
              <a:srgbClr val="2E6B5E"/>
            </a:solidFill>
            <a:prstDash val="solid"/>
          </a:ln>
        </p:spPr>
      </p:sp>
      <p:pic>
        <p:nvPicPr>
          <p:cNvPr id="11" name="Image 0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1"/>
          <a:srcRect l="0" r="0" t="10370" b="10370"/>
          <a:stretch/>
        </p:blipFill>
        <p:spPr>
          <a:xfrm>
            <a:off x="1049274" y="1947672"/>
            <a:ext cx="2002536" cy="2002536"/>
          </a:xfrm>
          <a:prstGeom prst="ellipse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49274" y="1947672"/>
            <a:ext cx="2002536" cy="2002536"/>
          </a:xfrm>
          <a:prstGeom prst="ellipse">
            <a:avLst/>
          </a:prstGeom>
          <a:ln w="19050">
            <a:solidFill>
              <a:srgbClr val="2E6B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370832"/>
            <a:ext cx="318668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6D2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ココナッツ味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40080" y="4773168"/>
            <a:ext cx="28209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風味豊かなココナッツとスパイスのコクに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野菜の旨味、まろやかで濃厚な一杯。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81044" y="1463040"/>
            <a:ext cx="3461004" cy="4315968"/>
          </a:xfrm>
          <a:prstGeom prst="rect">
            <a:avLst/>
          </a:prstGeom>
          <a:solidFill>
            <a:srgbClr val="B5502E">
              <a:alpha val="1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781044" y="1536192"/>
            <a:ext cx="3461004" cy="29260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B5502E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SIDE 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35958" y="1673352"/>
            <a:ext cx="2551176" cy="2551176"/>
          </a:xfrm>
          <a:prstGeom prst="ellipse">
            <a:avLst/>
          </a:prstGeom>
          <a:solidFill>
            <a:srgbClr val="F1E6D2"/>
          </a:solidFill>
          <a:ln w="25400">
            <a:solidFill>
              <a:srgbClr val="B5502E"/>
            </a:solidFill>
            <a:prstDash val="solid"/>
          </a:ln>
        </p:spPr>
      </p:sp>
      <p:pic>
        <p:nvPicPr>
          <p:cNvPr id="18" name="Image 1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2"/>
          <a:srcRect l="0" r="0" t="9216" b="9216"/>
          <a:stretch/>
        </p:blipFill>
        <p:spPr>
          <a:xfrm>
            <a:off x="4510278" y="1947672"/>
            <a:ext cx="2002536" cy="2002536"/>
          </a:xfrm>
          <a:prstGeom prst="ellipse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510278" y="1947672"/>
            <a:ext cx="2002536" cy="2002536"/>
          </a:xfrm>
          <a:prstGeom prst="ellipse">
            <a:avLst/>
          </a:prstGeom>
          <a:ln w="19050">
            <a:solidFill>
              <a:srgbClr val="B5502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918204" y="4370832"/>
            <a:ext cx="3186684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1E6D2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和風だし味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4101084" y="4773168"/>
            <a:ext cx="28209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かつお節エキスの旨味、チキン・ポーク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エキスでガラ感。トマトと玉ねぎの甘みに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CFC3AC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香り豊かなスパイス。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698748" y="2866644"/>
            <a:ext cx="164592" cy="164592"/>
          </a:xfrm>
          <a:prstGeom prst="ellipse">
            <a:avLst/>
          </a:prstGeom>
          <a:solidFill>
            <a:srgbClr val="1A1A1A"/>
          </a:solidFill>
          <a:ln w="12700">
            <a:solidFill>
              <a:srgbClr val="F1E6D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4360" y="5916168"/>
            <a:ext cx="1691640" cy="365760"/>
          </a:xfrm>
          <a:prstGeom prst="rect">
            <a:avLst/>
          </a:prstGeom>
          <a:ln w="12700">
            <a:solidFill>
              <a:srgbClr val="F1E6D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" y="5916168"/>
            <a:ext cx="169164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spc="100" kern="0" dirty="0">
                <a:solidFill>
                  <a:srgbClr val="F1E6D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SPICE LEVEL: 中辛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498848" y="5916168"/>
            <a:ext cx="246888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Recorded in Sapporo, Hokkaido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2958084" y="5916168"/>
            <a:ext cx="1645920" cy="36576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1本で4皿分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594360" y="6656832"/>
            <a:ext cx="2194560" cy="274320"/>
          </a:xfrm>
          <a:prstGeom prst="rect">
            <a:avLst/>
          </a:prstGeom>
          <a:solidFill>
            <a:srgbClr val="F1E6D2"/>
          </a:solidFill>
          <a:ln/>
        </p:spPr>
      </p:sp>
      <p:sp>
        <p:nvSpPr>
          <p:cNvPr id="28" name="Text 24"/>
          <p:cNvSpPr/>
          <p:nvPr/>
        </p:nvSpPr>
        <p:spPr>
          <a:xfrm>
            <a:off x="594360" y="66568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1A1A1A"/>
                </a:solidFill>
                <a:latin typeface="HGSoeiKakugothicUB" pitchFamily="34" charset="0"/>
                <a:ea typeface="HGSoeiKakugothicUB" pitchFamily="34" charset="-122"/>
                <a:cs typeface="HGSoeiKakugothicUB" pitchFamily="34" charset="-120"/>
              </a:rPr>
              <a:t>TRACKLIST</a:t>
            </a:r>
            <a:endParaRPr lang="en-US" sz="1100" dirty="0"/>
          </a:p>
        </p:txBody>
      </p:sp>
      <p:pic>
        <p:nvPicPr>
          <p:cNvPr id="29" name="Image 2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3"/>
          <a:srcRect l="0" r="0" t="28209" b="28209"/>
          <a:stretch/>
        </p:blipFill>
        <p:spPr>
          <a:xfrm>
            <a:off x="594360" y="6949440"/>
            <a:ext cx="6373368" cy="182880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94360" y="6949440"/>
            <a:ext cx="6373368" cy="1828800"/>
          </a:xfrm>
          <a:prstGeom prst="rect">
            <a:avLst/>
          </a:prstGeom>
          <a:ln w="19050">
            <a:solidFill>
              <a:srgbClr val="F1E6D2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594360" y="8001000"/>
            <a:ext cx="6373368" cy="777240"/>
          </a:xfrm>
          <a:prstGeom prst="rect">
            <a:avLst/>
          </a:prstGeom>
          <a:solidFill>
            <a:srgbClr val="1A1A1A">
              <a:alpha val="78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777240" y="8074152"/>
            <a:ext cx="6007608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E6D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Track 1: ゴロっとチキンレッグ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777240" y="8293608"/>
            <a:ext cx="6007608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E6D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Track 2: 深煮込みポークベリー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777240" y="8513064"/>
            <a:ext cx="6007608" cy="21945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1E6D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Track 3: 温泉たまごとかぼちゃ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320040" y="9235440"/>
            <a:ext cx="6922008" cy="1188720"/>
          </a:xfrm>
          <a:prstGeom prst="rect">
            <a:avLst/>
          </a:prstGeom>
          <a:solidFill>
            <a:srgbClr val="242424"/>
          </a:solidFill>
          <a:ln w="9525">
            <a:solidFill>
              <a:srgbClr val="F1E6D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94360" y="9372600"/>
            <a:ext cx="6373368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i="1" spc="100" kern="0" dirty="0">
                <a:solidFill>
                  <a:srgbClr val="F1E6D2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Flip the sleeve, flip the flavor.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594360" y="9738360"/>
            <a:ext cx="6373368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B8AC9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Side A ココナッツ味 × Side B 和風だし味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94360" y="10104120"/>
            <a:ext cx="6373368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7F68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なないろキッチン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2026-07-08T05:38:53Z</dcterms:created>
  <dcterms:modified xsi:type="dcterms:W3CDTF">2026-07-08T05:38:53Z</dcterms:modified>
</cp:coreProperties>
</file>